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1084" y="9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C4B16-0AF0-0421-024A-0FF6D3920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57F89D-876A-0415-92EE-1A0AA23ED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788AA4-AFE5-50B6-BC6B-FE64D1254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FF7E4-1658-3686-F669-5D5108A2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B9F309-7AB8-AFB6-23B7-CD05F710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CC88C-7CBF-05F0-D0DF-6EFFF32C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D7A8E-FD50-0000-F1B2-F2D2CF020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3460C-BD3D-D057-0669-75529DBC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E41EF4-95A0-2874-F7B2-E919BCD0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57BAA-E502-F340-65A9-86A06E1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13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F974C0-61FE-7A8A-F9C5-70CC5D148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1D78EF-CBF7-0CF3-D448-EEFE1F1B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E1F8D5-CD2E-33C1-4C35-0D8F425C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C0DF69-01FB-9D68-97C9-BB0423AD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46FA5B-55DE-F0DF-17C1-0872C79D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24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CE28F-DBAF-2C32-2515-A74CF3FB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06E483-0F0D-CD12-4EF5-1DEC43A5E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0EB60C-07BF-F8DE-1BD9-1B86658D8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A8912-EB15-1FD6-369F-7D649AA1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AA9D6D-5C48-DF11-A061-8CB9AA947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646C46-EB45-8B31-3C7B-FD5B59CB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19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16A69-521B-F892-4913-3591B09E2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D1077F-57A7-7B8F-B161-6FCBD87A8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A1E35A-ED48-04E0-6FDF-E938ECF9A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5A2D2E-693F-372C-3F8B-4495D5556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A7899B-A207-ECC2-A710-4D5FE8D42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F04CC5-35B7-4EC2-CECB-7C7ED07BE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74E85A-1BD4-F06E-88C8-0E3FC331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53F684-E57E-64FE-EE66-53F8F809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6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4E9EA-ECBB-4F1C-62A6-33D7EFA5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7C7BE0-DC39-EA3C-66AB-83217125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EFF348-7FC7-0BE1-EFC9-85414FAA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C01CF6-5578-863F-1B53-1F84BE8E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51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047C7C-FD19-6EF6-9AC3-52BFA46A0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9156FB-ABAB-92DA-F485-ECE9AD4C9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8F6E0-2633-C531-155E-4C576254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B3FC8-A2B3-3B1B-3B56-B80C3578E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0D68D-1B9C-0AC7-C0C3-882C9B24A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4B8B80-6A2C-3B7F-A118-76E4EBCA0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5A422-8A71-F033-F0AA-5927D9EE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D03C1C-3516-786B-EC5C-E3AF2DAD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22822-D2BB-C182-74F5-7EC445C7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59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4566C-90CD-E6DE-39AA-9FC298E1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960273-74AB-B976-650B-22752961B50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A33648-CFCA-F1E1-8BFE-5B0C16F23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31CE1E-F76C-83E1-8312-630C57CB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D16D19-CF56-B3EA-AE78-89FF82C0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5CECF8-AAD9-B519-C20D-A90A71D1D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54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852F9-D74C-5485-10F6-C9FAA5FED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1EEACE-7D18-E010-8849-B94C7B8F5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68FC58-2A8E-E59F-DFC9-92517BA1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409F8-B675-B1B3-50B7-809C4C36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6780A-03E4-E9A2-3BAE-6BD7028B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462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A292BE-A44A-77DE-6A2A-101F5F5D1A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85C3C6-3FD4-30E6-DFBD-692CA8826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42E95-8FDA-89A3-9987-DE3CBE24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4F8D99-1513-FF2E-ED61-D35689DE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694468-60EA-D0E4-61CB-4610D35B1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493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28C6DD-7ABB-1167-8271-44D61D36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527ABA-5150-2B5C-FA87-47CF4E5F1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29D660-F816-4B60-0584-240DC8E65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C41B6-A330-4A3D-AA4E-C8EE76B6EFE0}" type="datetimeFigureOut">
              <a:rPr lang="zh-CN" altLang="en-US" smtClean="0"/>
              <a:t>2026/10/7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20FB5-BDF4-4CB0-546B-96CAAEC38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BA227-A0BE-5C57-862A-1F0C1831C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C32FD-FC1E-46EB-8DDE-ECFA284540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80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62F66F7F-C6DC-5B35-2745-89CA2E3713DF}"/>
              </a:ext>
            </a:extLst>
          </p:cNvPr>
          <p:cNvGrpSpPr/>
          <p:nvPr/>
        </p:nvGrpSpPr>
        <p:grpSpPr>
          <a:xfrm>
            <a:off x="741759" y="501886"/>
            <a:ext cx="10994232" cy="2927114"/>
            <a:chOff x="741759" y="501886"/>
            <a:chExt cx="10994232" cy="292711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D26B5BF-11F5-4898-3272-4C52E3C1241F}"/>
                </a:ext>
              </a:extLst>
            </p:cNvPr>
            <p:cNvSpPr txBox="1"/>
            <p:nvPr/>
          </p:nvSpPr>
          <p:spPr>
            <a:xfrm>
              <a:off x="741759" y="501886"/>
              <a:ext cx="10994232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>
                  <a:latin typeface="字魂龙腾楷书" panose="00000500000000000000" pitchFamily="2" charset="-122"/>
                  <a:ea typeface="字魂龙腾楷书" panose="00000500000000000000" pitchFamily="2" charset="-122"/>
                </a:rPr>
                <a:t>人工智能赋能新质生产力</a:t>
              </a:r>
              <a:endParaRPr lang="en-US" altLang="zh-CN" sz="6600" dirty="0">
                <a:latin typeface="字魂龙腾楷书" panose="00000500000000000000" pitchFamily="2" charset="-122"/>
                <a:ea typeface="字魂龙腾楷书" panose="00000500000000000000" pitchFamily="2" charset="-122"/>
              </a:endParaRPr>
            </a:p>
            <a:p>
              <a:r>
                <a:rPr lang="zh-CN" altLang="en-US" sz="6600" dirty="0">
                  <a:latin typeface="字魂龙腾楷书" panose="00000500000000000000" pitchFamily="2" charset="-122"/>
                  <a:ea typeface="字魂龙腾楷书" panose="00000500000000000000" pitchFamily="2" charset="-122"/>
                </a:rPr>
                <a:t>   科技创新助力中国式现代化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4C630F8-C62E-C892-9F43-4365B07D92C0}"/>
                </a:ext>
              </a:extLst>
            </p:cNvPr>
            <p:cNvSpPr txBox="1"/>
            <p:nvPr/>
          </p:nvSpPr>
          <p:spPr>
            <a:xfrm>
              <a:off x="3105150" y="2967335"/>
              <a:ext cx="5981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方正小标宋简体" panose="02000000000000000000" pitchFamily="2" charset="-122"/>
                  <a:ea typeface="方正小标宋简体" panose="02000000000000000000" pitchFamily="2" charset="-122"/>
                </a:rPr>
                <a:t>以中国式现代化全面推进中华民族伟大复兴</a:t>
              </a: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3DAB4FE-829D-4565-07B3-E3CBB64BC004}"/>
                </a:ext>
              </a:extLst>
            </p:cNvPr>
            <p:cNvCxnSpPr>
              <a:cxnSpLocks/>
            </p:cNvCxnSpPr>
            <p:nvPr/>
          </p:nvCxnSpPr>
          <p:spPr>
            <a:xfrm>
              <a:off x="741759" y="3198167"/>
              <a:ext cx="2352947" cy="0"/>
            </a:xfrm>
            <a:prstGeom prst="line">
              <a:avLst/>
            </a:prstGeom>
            <a:ln w="12700" cap="rnd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92B73B43-86C6-CACD-F7F8-B2BCE77C289D}"/>
                </a:ext>
              </a:extLst>
            </p:cNvPr>
            <p:cNvCxnSpPr>
              <a:cxnSpLocks/>
            </p:cNvCxnSpPr>
            <p:nvPr/>
          </p:nvCxnSpPr>
          <p:spPr>
            <a:xfrm>
              <a:off x="9086850" y="3198167"/>
              <a:ext cx="2352947" cy="0"/>
            </a:xfrm>
            <a:prstGeom prst="line">
              <a:avLst/>
            </a:prstGeom>
            <a:ln w="12700" cap="rnd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56281BD-8FCE-B62A-4B4B-F26E92E3C35E}"/>
              </a:ext>
            </a:extLst>
          </p:cNvPr>
          <p:cNvSpPr txBox="1"/>
          <p:nvPr/>
        </p:nvSpPr>
        <p:spPr>
          <a:xfrm>
            <a:off x="864394" y="4001623"/>
            <a:ext cx="33647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汇报人：高新策</a:t>
            </a:r>
            <a:endParaRPr lang="en-US" altLang="zh-CN" sz="32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r>
              <a:rPr lang="en-US" altLang="zh-CN" sz="32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               </a:t>
            </a:r>
            <a:r>
              <a:rPr lang="zh-CN" altLang="en-US" sz="32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艾子琦</a:t>
            </a:r>
          </a:p>
        </p:txBody>
      </p:sp>
    </p:spTree>
    <p:extLst>
      <p:ext uri="{BB962C8B-B14F-4D97-AF65-F5344CB8AC3E}">
        <p14:creationId xmlns:p14="http://schemas.microsoft.com/office/powerpoint/2010/main" val="356145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63D7F1C-3A2C-ED41-0F67-875EF8B485B5}"/>
              </a:ext>
            </a:extLst>
          </p:cNvPr>
          <p:cNvSpPr/>
          <p:nvPr/>
        </p:nvSpPr>
        <p:spPr>
          <a:xfrm>
            <a:off x="728663" y="2900352"/>
            <a:ext cx="2642593" cy="2825517"/>
          </a:xfrm>
          <a:custGeom>
            <a:avLst/>
            <a:gdLst>
              <a:gd name="csX0" fmla="*/ 961877 w 2642593"/>
              <a:gd name="csY0" fmla="*/ 1910 h 2825517"/>
              <a:gd name="csX1" fmla="*/ 2317403 w 2642593"/>
              <a:gd name="csY1" fmla="*/ 123726 h 2825517"/>
              <a:gd name="csX2" fmla="*/ 2642593 w 2642593"/>
              <a:gd name="csY2" fmla="*/ 179517 h 2825517"/>
              <a:gd name="csX3" fmla="*/ 2642593 w 2642593"/>
              <a:gd name="csY3" fmla="*/ 2825517 h 2825517"/>
              <a:gd name="csX4" fmla="*/ 2317403 w 2642593"/>
              <a:gd name="csY4" fmla="*/ 2769726 h 2825517"/>
              <a:gd name="csX5" fmla="*/ 114673 w 2642593"/>
              <a:gd name="csY5" fmla="*/ 2774225 h 2825517"/>
              <a:gd name="csX6" fmla="*/ 0 w 2642593"/>
              <a:gd name="csY6" fmla="*/ 2810528 h 2825517"/>
              <a:gd name="csX7" fmla="*/ 0 w 2642593"/>
              <a:gd name="csY7" fmla="*/ 164528 h 2825517"/>
              <a:gd name="csX8" fmla="*/ 114673 w 2642593"/>
              <a:gd name="csY8" fmla="*/ 128225 h 2825517"/>
              <a:gd name="csX9" fmla="*/ 961877 w 2642593"/>
              <a:gd name="csY9" fmla="*/ 1910 h 2825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5517">
                <a:moveTo>
                  <a:pt x="961877" y="1910"/>
                </a:moveTo>
                <a:cubicBezTo>
                  <a:pt x="1413719" y="-11625"/>
                  <a:pt x="1865561" y="48668"/>
                  <a:pt x="2317403" y="123726"/>
                </a:cubicBezTo>
                <a:lnTo>
                  <a:pt x="2642593" y="179517"/>
                </a:lnTo>
                <a:lnTo>
                  <a:pt x="2642593" y="2825517"/>
                </a:lnTo>
                <a:lnTo>
                  <a:pt x="2317403" y="2769726"/>
                </a:lnTo>
                <a:cubicBezTo>
                  <a:pt x="1583160" y="2647756"/>
                  <a:pt x="848917" y="2564777"/>
                  <a:pt x="114673" y="2774225"/>
                </a:cubicBezTo>
                <a:lnTo>
                  <a:pt x="0" y="2810528"/>
                </a:lnTo>
                <a:lnTo>
                  <a:pt x="0" y="164528"/>
                </a:lnTo>
                <a:lnTo>
                  <a:pt x="114673" y="128225"/>
                </a:lnTo>
                <a:cubicBezTo>
                  <a:pt x="397074" y="47668"/>
                  <a:pt x="679476" y="10370"/>
                  <a:pt x="961877" y="191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07CFD01-A565-9F36-7767-7F5CD0F5B426}"/>
              </a:ext>
            </a:extLst>
          </p:cNvPr>
          <p:cNvSpPr/>
          <p:nvPr/>
        </p:nvSpPr>
        <p:spPr>
          <a:xfrm>
            <a:off x="6123385" y="2900352"/>
            <a:ext cx="2642593" cy="2820819"/>
          </a:xfrm>
          <a:custGeom>
            <a:avLst/>
            <a:gdLst>
              <a:gd name="csX0" fmla="*/ 989261 w 2642593"/>
              <a:gd name="csY0" fmla="*/ 1910 h 2820819"/>
              <a:gd name="csX1" fmla="*/ 2344787 w 2642593"/>
              <a:gd name="csY1" fmla="*/ 123726 h 2820819"/>
              <a:gd name="csX2" fmla="*/ 2642593 w 2642593"/>
              <a:gd name="csY2" fmla="*/ 174819 h 2820819"/>
              <a:gd name="csX3" fmla="*/ 2642593 w 2642593"/>
              <a:gd name="csY3" fmla="*/ 2820819 h 2820819"/>
              <a:gd name="csX4" fmla="*/ 2344787 w 2642593"/>
              <a:gd name="csY4" fmla="*/ 2769726 h 2820819"/>
              <a:gd name="csX5" fmla="*/ 142057 w 2642593"/>
              <a:gd name="csY5" fmla="*/ 2774225 h 2820819"/>
              <a:gd name="csX6" fmla="*/ 0 w 2642593"/>
              <a:gd name="csY6" fmla="*/ 2819197 h 2820819"/>
              <a:gd name="csX7" fmla="*/ 0 w 2642593"/>
              <a:gd name="csY7" fmla="*/ 173197 h 2820819"/>
              <a:gd name="csX8" fmla="*/ 142057 w 2642593"/>
              <a:gd name="csY8" fmla="*/ 128225 h 2820819"/>
              <a:gd name="csX9" fmla="*/ 989261 w 2642593"/>
              <a:gd name="csY9" fmla="*/ 1910 h 2820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0819">
                <a:moveTo>
                  <a:pt x="989261" y="1910"/>
                </a:moveTo>
                <a:cubicBezTo>
                  <a:pt x="1441103" y="-11625"/>
                  <a:pt x="1892945" y="48668"/>
                  <a:pt x="2344787" y="123726"/>
                </a:cubicBezTo>
                <a:lnTo>
                  <a:pt x="2642593" y="174819"/>
                </a:lnTo>
                <a:lnTo>
                  <a:pt x="2642593" y="2820819"/>
                </a:lnTo>
                <a:lnTo>
                  <a:pt x="2344787" y="2769726"/>
                </a:lnTo>
                <a:cubicBezTo>
                  <a:pt x="1610544" y="2647756"/>
                  <a:pt x="876300" y="2564777"/>
                  <a:pt x="142057" y="2774225"/>
                </a:cubicBezTo>
                <a:lnTo>
                  <a:pt x="0" y="2819197"/>
                </a:lnTo>
                <a:lnTo>
                  <a:pt x="0" y="173197"/>
                </a:lnTo>
                <a:lnTo>
                  <a:pt x="142057" y="128225"/>
                </a:lnTo>
                <a:cubicBezTo>
                  <a:pt x="424458" y="47668"/>
                  <a:pt x="706860" y="10370"/>
                  <a:pt x="989261" y="191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D96C62CC-4A32-E612-DAC6-4B4B26930653}"/>
              </a:ext>
            </a:extLst>
          </p:cNvPr>
          <p:cNvSpPr/>
          <p:nvPr/>
        </p:nvSpPr>
        <p:spPr>
          <a:xfrm>
            <a:off x="8820746" y="3084567"/>
            <a:ext cx="2642591" cy="2825516"/>
          </a:xfrm>
          <a:custGeom>
            <a:avLst/>
            <a:gdLst>
              <a:gd name="csX0" fmla="*/ 0 w 2642591"/>
              <a:gd name="csY0" fmla="*/ 0 h 2825516"/>
              <a:gd name="csX1" fmla="*/ 325189 w 2642591"/>
              <a:gd name="csY1" fmla="*/ 55791 h 2825516"/>
              <a:gd name="csX2" fmla="*/ 2527919 w 2642591"/>
              <a:gd name="csY2" fmla="*/ 51292 h 2825516"/>
              <a:gd name="csX3" fmla="*/ 2642591 w 2642591"/>
              <a:gd name="csY3" fmla="*/ 14990 h 2825516"/>
              <a:gd name="csX4" fmla="*/ 2642591 w 2642591"/>
              <a:gd name="csY4" fmla="*/ 2660990 h 2825516"/>
              <a:gd name="csX5" fmla="*/ 2527919 w 2642591"/>
              <a:gd name="csY5" fmla="*/ 2697292 h 2825516"/>
              <a:gd name="csX6" fmla="*/ 325189 w 2642591"/>
              <a:gd name="csY6" fmla="*/ 2701791 h 2825516"/>
              <a:gd name="csX7" fmla="*/ 0 w 2642591"/>
              <a:gd name="csY7" fmla="*/ 2646000 h 2825516"/>
              <a:gd name="csX8" fmla="*/ 0 w 2642591"/>
              <a:gd name="csY8" fmla="*/ 0 h 28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1" h="2825516">
                <a:moveTo>
                  <a:pt x="0" y="0"/>
                </a:moveTo>
                <a:lnTo>
                  <a:pt x="325189" y="55791"/>
                </a:lnTo>
                <a:cubicBezTo>
                  <a:pt x="1059433" y="177761"/>
                  <a:pt x="1793676" y="260741"/>
                  <a:pt x="2527919" y="51292"/>
                </a:cubicBezTo>
                <a:lnTo>
                  <a:pt x="2642591" y="14990"/>
                </a:lnTo>
                <a:lnTo>
                  <a:pt x="2642591" y="2660990"/>
                </a:lnTo>
                <a:lnTo>
                  <a:pt x="2527919" y="2697292"/>
                </a:lnTo>
                <a:cubicBezTo>
                  <a:pt x="1793676" y="2906741"/>
                  <a:pt x="1059433" y="2823761"/>
                  <a:pt x="325189" y="2701791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D433368-B541-5A73-1E15-76D6C1F8CA72}"/>
              </a:ext>
            </a:extLst>
          </p:cNvPr>
          <p:cNvSpPr/>
          <p:nvPr/>
        </p:nvSpPr>
        <p:spPr>
          <a:xfrm>
            <a:off x="3426024" y="3089265"/>
            <a:ext cx="2642593" cy="2820818"/>
          </a:xfrm>
          <a:custGeom>
            <a:avLst/>
            <a:gdLst>
              <a:gd name="csX0" fmla="*/ 0 w 2642593"/>
              <a:gd name="csY0" fmla="*/ 0 h 2820818"/>
              <a:gd name="csX1" fmla="*/ 297806 w 2642593"/>
              <a:gd name="csY1" fmla="*/ 51093 h 2820818"/>
              <a:gd name="csX2" fmla="*/ 2500536 w 2642593"/>
              <a:gd name="csY2" fmla="*/ 46594 h 2820818"/>
              <a:gd name="csX3" fmla="*/ 2642593 w 2642593"/>
              <a:gd name="csY3" fmla="*/ 1622 h 2820818"/>
              <a:gd name="csX4" fmla="*/ 2642593 w 2642593"/>
              <a:gd name="csY4" fmla="*/ 2647622 h 2820818"/>
              <a:gd name="csX5" fmla="*/ 2500536 w 2642593"/>
              <a:gd name="csY5" fmla="*/ 2692594 h 2820818"/>
              <a:gd name="csX6" fmla="*/ 297806 w 2642593"/>
              <a:gd name="csY6" fmla="*/ 2697093 h 2820818"/>
              <a:gd name="csX7" fmla="*/ 0 w 2642593"/>
              <a:gd name="csY7" fmla="*/ 2646000 h 2820818"/>
              <a:gd name="csX8" fmla="*/ 0 w 2642593"/>
              <a:gd name="csY8" fmla="*/ 0 h 2820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3" h="2820818">
                <a:moveTo>
                  <a:pt x="0" y="0"/>
                </a:moveTo>
                <a:lnTo>
                  <a:pt x="297806" y="51093"/>
                </a:lnTo>
                <a:cubicBezTo>
                  <a:pt x="1032049" y="173063"/>
                  <a:pt x="1766293" y="256043"/>
                  <a:pt x="2500536" y="46594"/>
                </a:cubicBezTo>
                <a:lnTo>
                  <a:pt x="2642593" y="1622"/>
                </a:lnTo>
                <a:lnTo>
                  <a:pt x="2642593" y="2647622"/>
                </a:lnTo>
                <a:lnTo>
                  <a:pt x="2500536" y="2692594"/>
                </a:lnTo>
                <a:cubicBezTo>
                  <a:pt x="1766293" y="2902043"/>
                  <a:pt x="1032049" y="2819063"/>
                  <a:pt x="297806" y="2697093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5F45257-C46D-734B-3FA2-5D1BBE8ABC74}"/>
              </a:ext>
            </a:extLst>
          </p:cNvPr>
          <p:cNvSpPr/>
          <p:nvPr/>
        </p:nvSpPr>
        <p:spPr>
          <a:xfrm>
            <a:off x="728662" y="3009954"/>
            <a:ext cx="2642593" cy="2825517"/>
          </a:xfrm>
          <a:custGeom>
            <a:avLst/>
            <a:gdLst>
              <a:gd name="csX0" fmla="*/ 961877 w 2642593"/>
              <a:gd name="csY0" fmla="*/ 1910 h 2825517"/>
              <a:gd name="csX1" fmla="*/ 2317403 w 2642593"/>
              <a:gd name="csY1" fmla="*/ 123726 h 2825517"/>
              <a:gd name="csX2" fmla="*/ 2642593 w 2642593"/>
              <a:gd name="csY2" fmla="*/ 179517 h 2825517"/>
              <a:gd name="csX3" fmla="*/ 2642593 w 2642593"/>
              <a:gd name="csY3" fmla="*/ 2825517 h 2825517"/>
              <a:gd name="csX4" fmla="*/ 2317403 w 2642593"/>
              <a:gd name="csY4" fmla="*/ 2769726 h 2825517"/>
              <a:gd name="csX5" fmla="*/ 114673 w 2642593"/>
              <a:gd name="csY5" fmla="*/ 2774225 h 2825517"/>
              <a:gd name="csX6" fmla="*/ 0 w 2642593"/>
              <a:gd name="csY6" fmla="*/ 2810528 h 2825517"/>
              <a:gd name="csX7" fmla="*/ 0 w 2642593"/>
              <a:gd name="csY7" fmla="*/ 164528 h 2825517"/>
              <a:gd name="csX8" fmla="*/ 114673 w 2642593"/>
              <a:gd name="csY8" fmla="*/ 128225 h 2825517"/>
              <a:gd name="csX9" fmla="*/ 961877 w 2642593"/>
              <a:gd name="csY9" fmla="*/ 1910 h 2825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5517">
                <a:moveTo>
                  <a:pt x="961877" y="1910"/>
                </a:moveTo>
                <a:cubicBezTo>
                  <a:pt x="1413719" y="-11625"/>
                  <a:pt x="1865561" y="48668"/>
                  <a:pt x="2317403" y="123726"/>
                </a:cubicBezTo>
                <a:lnTo>
                  <a:pt x="2642593" y="179517"/>
                </a:lnTo>
                <a:lnTo>
                  <a:pt x="2642593" y="2825517"/>
                </a:lnTo>
                <a:lnTo>
                  <a:pt x="2317403" y="2769726"/>
                </a:lnTo>
                <a:cubicBezTo>
                  <a:pt x="1583160" y="2647756"/>
                  <a:pt x="848917" y="2564777"/>
                  <a:pt x="114673" y="2774225"/>
                </a:cubicBezTo>
                <a:lnTo>
                  <a:pt x="0" y="2810528"/>
                </a:lnTo>
                <a:lnTo>
                  <a:pt x="0" y="164528"/>
                </a:lnTo>
                <a:lnTo>
                  <a:pt x="114673" y="128225"/>
                </a:lnTo>
                <a:cubicBezTo>
                  <a:pt x="397074" y="47668"/>
                  <a:pt x="679476" y="10370"/>
                  <a:pt x="961877" y="191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DFF4BC75-0CFE-24A7-1301-AFA38EA60358}"/>
              </a:ext>
            </a:extLst>
          </p:cNvPr>
          <p:cNvSpPr/>
          <p:nvPr/>
        </p:nvSpPr>
        <p:spPr>
          <a:xfrm>
            <a:off x="6133207" y="3009954"/>
            <a:ext cx="2642593" cy="2820819"/>
          </a:xfrm>
          <a:custGeom>
            <a:avLst/>
            <a:gdLst>
              <a:gd name="csX0" fmla="*/ 989261 w 2642593"/>
              <a:gd name="csY0" fmla="*/ 1910 h 2820819"/>
              <a:gd name="csX1" fmla="*/ 2344787 w 2642593"/>
              <a:gd name="csY1" fmla="*/ 123726 h 2820819"/>
              <a:gd name="csX2" fmla="*/ 2642593 w 2642593"/>
              <a:gd name="csY2" fmla="*/ 174819 h 2820819"/>
              <a:gd name="csX3" fmla="*/ 2642593 w 2642593"/>
              <a:gd name="csY3" fmla="*/ 2820819 h 2820819"/>
              <a:gd name="csX4" fmla="*/ 2344787 w 2642593"/>
              <a:gd name="csY4" fmla="*/ 2769726 h 2820819"/>
              <a:gd name="csX5" fmla="*/ 142057 w 2642593"/>
              <a:gd name="csY5" fmla="*/ 2774225 h 2820819"/>
              <a:gd name="csX6" fmla="*/ 0 w 2642593"/>
              <a:gd name="csY6" fmla="*/ 2819197 h 2820819"/>
              <a:gd name="csX7" fmla="*/ 0 w 2642593"/>
              <a:gd name="csY7" fmla="*/ 173197 h 2820819"/>
              <a:gd name="csX8" fmla="*/ 142057 w 2642593"/>
              <a:gd name="csY8" fmla="*/ 128225 h 2820819"/>
              <a:gd name="csX9" fmla="*/ 989261 w 2642593"/>
              <a:gd name="csY9" fmla="*/ 1910 h 2820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0819">
                <a:moveTo>
                  <a:pt x="989261" y="1910"/>
                </a:moveTo>
                <a:cubicBezTo>
                  <a:pt x="1441103" y="-11625"/>
                  <a:pt x="1892945" y="48668"/>
                  <a:pt x="2344787" y="123726"/>
                </a:cubicBezTo>
                <a:lnTo>
                  <a:pt x="2642593" y="174819"/>
                </a:lnTo>
                <a:lnTo>
                  <a:pt x="2642593" y="2820819"/>
                </a:lnTo>
                <a:lnTo>
                  <a:pt x="2344787" y="2769726"/>
                </a:lnTo>
                <a:cubicBezTo>
                  <a:pt x="1610544" y="2647756"/>
                  <a:pt x="876300" y="2564777"/>
                  <a:pt x="142057" y="2774225"/>
                </a:cubicBezTo>
                <a:lnTo>
                  <a:pt x="0" y="2819197"/>
                </a:lnTo>
                <a:lnTo>
                  <a:pt x="0" y="173197"/>
                </a:lnTo>
                <a:lnTo>
                  <a:pt x="142057" y="128225"/>
                </a:lnTo>
                <a:cubicBezTo>
                  <a:pt x="424458" y="47668"/>
                  <a:pt x="706860" y="10370"/>
                  <a:pt x="989261" y="191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A5B5F61-D934-8AD0-038D-405FBA166B4B}"/>
              </a:ext>
            </a:extLst>
          </p:cNvPr>
          <p:cNvSpPr/>
          <p:nvPr/>
        </p:nvSpPr>
        <p:spPr>
          <a:xfrm>
            <a:off x="8820745" y="3194169"/>
            <a:ext cx="2642591" cy="2825516"/>
          </a:xfrm>
          <a:custGeom>
            <a:avLst/>
            <a:gdLst>
              <a:gd name="csX0" fmla="*/ 0 w 2642591"/>
              <a:gd name="csY0" fmla="*/ 0 h 2825516"/>
              <a:gd name="csX1" fmla="*/ 325189 w 2642591"/>
              <a:gd name="csY1" fmla="*/ 55791 h 2825516"/>
              <a:gd name="csX2" fmla="*/ 2527919 w 2642591"/>
              <a:gd name="csY2" fmla="*/ 51292 h 2825516"/>
              <a:gd name="csX3" fmla="*/ 2642591 w 2642591"/>
              <a:gd name="csY3" fmla="*/ 14990 h 2825516"/>
              <a:gd name="csX4" fmla="*/ 2642591 w 2642591"/>
              <a:gd name="csY4" fmla="*/ 2660990 h 2825516"/>
              <a:gd name="csX5" fmla="*/ 2527919 w 2642591"/>
              <a:gd name="csY5" fmla="*/ 2697292 h 2825516"/>
              <a:gd name="csX6" fmla="*/ 325189 w 2642591"/>
              <a:gd name="csY6" fmla="*/ 2701791 h 2825516"/>
              <a:gd name="csX7" fmla="*/ 0 w 2642591"/>
              <a:gd name="csY7" fmla="*/ 2646000 h 2825516"/>
              <a:gd name="csX8" fmla="*/ 0 w 2642591"/>
              <a:gd name="csY8" fmla="*/ 0 h 28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1" h="2825516">
                <a:moveTo>
                  <a:pt x="0" y="0"/>
                </a:moveTo>
                <a:lnTo>
                  <a:pt x="325189" y="55791"/>
                </a:lnTo>
                <a:cubicBezTo>
                  <a:pt x="1059433" y="177761"/>
                  <a:pt x="1793676" y="260741"/>
                  <a:pt x="2527919" y="51292"/>
                </a:cubicBezTo>
                <a:lnTo>
                  <a:pt x="2642591" y="14990"/>
                </a:lnTo>
                <a:lnTo>
                  <a:pt x="2642591" y="2660990"/>
                </a:lnTo>
                <a:lnTo>
                  <a:pt x="2527919" y="2697292"/>
                </a:lnTo>
                <a:cubicBezTo>
                  <a:pt x="1793676" y="2906741"/>
                  <a:pt x="1059433" y="2823761"/>
                  <a:pt x="325189" y="2701791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62A29E0-6338-827D-A6E9-3547941763A0}"/>
              </a:ext>
            </a:extLst>
          </p:cNvPr>
          <p:cNvSpPr/>
          <p:nvPr/>
        </p:nvSpPr>
        <p:spPr>
          <a:xfrm>
            <a:off x="3435846" y="3198867"/>
            <a:ext cx="2642593" cy="2820818"/>
          </a:xfrm>
          <a:custGeom>
            <a:avLst/>
            <a:gdLst>
              <a:gd name="csX0" fmla="*/ 0 w 2642593"/>
              <a:gd name="csY0" fmla="*/ 0 h 2820818"/>
              <a:gd name="csX1" fmla="*/ 297806 w 2642593"/>
              <a:gd name="csY1" fmla="*/ 51093 h 2820818"/>
              <a:gd name="csX2" fmla="*/ 2500536 w 2642593"/>
              <a:gd name="csY2" fmla="*/ 46594 h 2820818"/>
              <a:gd name="csX3" fmla="*/ 2642593 w 2642593"/>
              <a:gd name="csY3" fmla="*/ 1622 h 2820818"/>
              <a:gd name="csX4" fmla="*/ 2642593 w 2642593"/>
              <a:gd name="csY4" fmla="*/ 2647622 h 2820818"/>
              <a:gd name="csX5" fmla="*/ 2500536 w 2642593"/>
              <a:gd name="csY5" fmla="*/ 2692594 h 2820818"/>
              <a:gd name="csX6" fmla="*/ 297806 w 2642593"/>
              <a:gd name="csY6" fmla="*/ 2697093 h 2820818"/>
              <a:gd name="csX7" fmla="*/ 0 w 2642593"/>
              <a:gd name="csY7" fmla="*/ 2646000 h 2820818"/>
              <a:gd name="csX8" fmla="*/ 0 w 2642593"/>
              <a:gd name="csY8" fmla="*/ 0 h 2820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3" h="2820818">
                <a:moveTo>
                  <a:pt x="0" y="0"/>
                </a:moveTo>
                <a:lnTo>
                  <a:pt x="297806" y="51093"/>
                </a:lnTo>
                <a:cubicBezTo>
                  <a:pt x="1032049" y="173063"/>
                  <a:pt x="1766293" y="256043"/>
                  <a:pt x="2500536" y="46594"/>
                </a:cubicBezTo>
                <a:lnTo>
                  <a:pt x="2642593" y="1622"/>
                </a:lnTo>
                <a:lnTo>
                  <a:pt x="2642593" y="2647622"/>
                </a:lnTo>
                <a:lnTo>
                  <a:pt x="2500536" y="2692594"/>
                </a:lnTo>
                <a:cubicBezTo>
                  <a:pt x="1766293" y="2902043"/>
                  <a:pt x="1032049" y="2819063"/>
                  <a:pt x="297806" y="2697093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A627FA7-95EC-EE33-2FE2-C1997954CFAA}"/>
              </a:ext>
            </a:extLst>
          </p:cNvPr>
          <p:cNvCxnSpPr/>
          <p:nvPr/>
        </p:nvCxnSpPr>
        <p:spPr>
          <a:xfrm>
            <a:off x="-200025" y="735806"/>
            <a:ext cx="1494472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70F19E5D-21D1-D7A0-D58E-0AC7B18D352F}"/>
              </a:ext>
            </a:extLst>
          </p:cNvPr>
          <p:cNvSpPr/>
          <p:nvPr/>
        </p:nvSpPr>
        <p:spPr>
          <a:xfrm>
            <a:off x="0" y="128588"/>
            <a:ext cx="142875" cy="52149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5740FE-0A1A-C5E8-35F2-C09DA4AAF477}"/>
              </a:ext>
            </a:extLst>
          </p:cNvPr>
          <p:cNvSpPr txBox="1"/>
          <p:nvPr/>
        </p:nvSpPr>
        <p:spPr>
          <a:xfrm>
            <a:off x="279500" y="108168"/>
            <a:ext cx="716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时代之问</a:t>
            </a:r>
            <a:r>
              <a:rPr lang="en-US" altLang="zh-CN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——</a:t>
            </a:r>
            <a:r>
              <a:rPr lang="zh-CN" altLang="en-US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为什么今天需要科技创新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7E18CBF7-ABBA-318B-C2DD-31B824DD646D}"/>
              </a:ext>
            </a:extLst>
          </p:cNvPr>
          <p:cNvSpPr/>
          <p:nvPr/>
        </p:nvSpPr>
        <p:spPr>
          <a:xfrm>
            <a:off x="792956" y="1885950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DBEAFE">
                  <a:lumMod val="100000"/>
                </a:srgbClr>
              </a:gs>
              <a:gs pos="0">
                <a:srgbClr val="3B82F6">
                  <a:lumMod val="10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gradFill flip="none" rotWithShape="1">
                  <a:gsLst>
                    <a:gs pos="0">
                      <a:srgbClr val="5151B3">
                        <a:lumMod val="100000"/>
                      </a:srgbClr>
                    </a:gs>
                    <a:gs pos="100000">
                      <a:srgbClr val="5179B3">
                        <a:lumMod val="100000"/>
                      </a:srgbClr>
                    </a:gs>
                  </a:gsLst>
                  <a:lin ang="10800000" scaled="1"/>
                  <a:tileRect/>
                </a:gra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抢占发展制高点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391042-A508-9F94-7099-EF4982C1A428}"/>
              </a:ext>
            </a:extLst>
          </p:cNvPr>
          <p:cNvSpPr/>
          <p:nvPr/>
        </p:nvSpPr>
        <p:spPr>
          <a:xfrm>
            <a:off x="3458170" y="1885950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DBEAFE">
                  <a:lumMod val="100000"/>
                </a:srgbClr>
              </a:gs>
              <a:gs pos="0">
                <a:srgbClr val="3B82F6">
                  <a:lumMod val="10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gradFill flip="none" rotWithShape="1">
                  <a:gsLst>
                    <a:gs pos="0">
                      <a:srgbClr val="5151B3">
                        <a:lumMod val="100000"/>
                      </a:srgbClr>
                    </a:gs>
                    <a:gs pos="100000">
                      <a:srgbClr val="5179B3">
                        <a:lumMod val="100000"/>
                      </a:srgbClr>
                    </a:gs>
                  </a:gsLst>
                  <a:lin ang="10800000" scaled="1"/>
                  <a:tileRect/>
                </a:gra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培育新质生产力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C3D4C46-90C0-7C3F-29E9-73D981B8C1B0}"/>
              </a:ext>
            </a:extLst>
          </p:cNvPr>
          <p:cNvSpPr/>
          <p:nvPr/>
        </p:nvSpPr>
        <p:spPr>
          <a:xfrm>
            <a:off x="6123384" y="1878805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DBEAFE">
                  <a:lumMod val="100000"/>
                </a:srgbClr>
              </a:gs>
              <a:gs pos="0">
                <a:srgbClr val="3B82F6">
                  <a:lumMod val="10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gradFill flip="none" rotWithShape="1">
                  <a:gsLst>
                    <a:gs pos="0">
                      <a:srgbClr val="5151B3">
                        <a:lumMod val="100000"/>
                      </a:srgbClr>
                    </a:gs>
                    <a:gs pos="100000">
                      <a:srgbClr val="5179B3">
                        <a:lumMod val="100000"/>
                      </a:srgbClr>
                    </a:gs>
                  </a:gsLst>
                  <a:lin ang="10800000" scaled="1"/>
                  <a:tileRect/>
                </a:gra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助中国式现代化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86CE84E-77A8-ABCF-D598-3B7B7D6774B8}"/>
              </a:ext>
            </a:extLst>
          </p:cNvPr>
          <p:cNvSpPr/>
          <p:nvPr/>
        </p:nvSpPr>
        <p:spPr>
          <a:xfrm>
            <a:off x="8820745" y="1878805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DBEAFE">
                  <a:lumMod val="100000"/>
                </a:srgbClr>
              </a:gs>
              <a:gs pos="0">
                <a:srgbClr val="3B82F6">
                  <a:lumMod val="10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gradFill flip="none" rotWithShape="1">
                  <a:gsLst>
                    <a:gs pos="0">
                      <a:srgbClr val="5151B3">
                        <a:lumMod val="100000"/>
                      </a:srgbClr>
                    </a:gs>
                    <a:gs pos="100000">
                      <a:srgbClr val="5179B3">
                        <a:lumMod val="100000"/>
                      </a:srgbClr>
                    </a:gs>
                  </a:gsLst>
                  <a:lin ang="10800000" scaled="1"/>
                  <a:tileRect/>
                </a:gra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书写时代答卷</a:t>
            </a:r>
          </a:p>
        </p:txBody>
      </p:sp>
    </p:spTree>
    <p:extLst>
      <p:ext uri="{BB962C8B-B14F-4D97-AF65-F5344CB8AC3E}">
        <p14:creationId xmlns:p14="http://schemas.microsoft.com/office/powerpoint/2010/main" val="145600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19" grpId="0" animBg="1"/>
      <p:bldP spid="33" grpId="0" animBg="1"/>
      <p:bldP spid="34" grpId="0" animBg="1"/>
      <p:bldP spid="35" grpId="0" animBg="1"/>
      <p:bldP spid="36" grpId="0" animBg="1"/>
      <p:bldP spid="49" grpId="0"/>
      <p:bldP spid="50" grpId="0" animBg="1"/>
      <p:bldP spid="51" grpId="0" animBg="1"/>
      <p:bldP spid="52" grpId="0" animBg="1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63D7F1C-3A2C-ED41-0F67-875EF8B485B5}"/>
              </a:ext>
            </a:extLst>
          </p:cNvPr>
          <p:cNvSpPr/>
          <p:nvPr/>
        </p:nvSpPr>
        <p:spPr>
          <a:xfrm>
            <a:off x="728663" y="2900352"/>
            <a:ext cx="2642593" cy="2825517"/>
          </a:xfrm>
          <a:custGeom>
            <a:avLst/>
            <a:gdLst>
              <a:gd name="csX0" fmla="*/ 961877 w 2642593"/>
              <a:gd name="csY0" fmla="*/ 1910 h 2825517"/>
              <a:gd name="csX1" fmla="*/ 2317403 w 2642593"/>
              <a:gd name="csY1" fmla="*/ 123726 h 2825517"/>
              <a:gd name="csX2" fmla="*/ 2642593 w 2642593"/>
              <a:gd name="csY2" fmla="*/ 179517 h 2825517"/>
              <a:gd name="csX3" fmla="*/ 2642593 w 2642593"/>
              <a:gd name="csY3" fmla="*/ 2825517 h 2825517"/>
              <a:gd name="csX4" fmla="*/ 2317403 w 2642593"/>
              <a:gd name="csY4" fmla="*/ 2769726 h 2825517"/>
              <a:gd name="csX5" fmla="*/ 114673 w 2642593"/>
              <a:gd name="csY5" fmla="*/ 2774225 h 2825517"/>
              <a:gd name="csX6" fmla="*/ 0 w 2642593"/>
              <a:gd name="csY6" fmla="*/ 2810528 h 2825517"/>
              <a:gd name="csX7" fmla="*/ 0 w 2642593"/>
              <a:gd name="csY7" fmla="*/ 164528 h 2825517"/>
              <a:gd name="csX8" fmla="*/ 114673 w 2642593"/>
              <a:gd name="csY8" fmla="*/ 128225 h 2825517"/>
              <a:gd name="csX9" fmla="*/ 961877 w 2642593"/>
              <a:gd name="csY9" fmla="*/ 1910 h 2825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5517">
                <a:moveTo>
                  <a:pt x="961877" y="1910"/>
                </a:moveTo>
                <a:cubicBezTo>
                  <a:pt x="1413719" y="-11625"/>
                  <a:pt x="1865561" y="48668"/>
                  <a:pt x="2317403" y="123726"/>
                </a:cubicBezTo>
                <a:lnTo>
                  <a:pt x="2642593" y="179517"/>
                </a:lnTo>
                <a:lnTo>
                  <a:pt x="2642593" y="2825517"/>
                </a:lnTo>
                <a:lnTo>
                  <a:pt x="2317403" y="2769726"/>
                </a:lnTo>
                <a:cubicBezTo>
                  <a:pt x="1583160" y="2647756"/>
                  <a:pt x="848917" y="2564777"/>
                  <a:pt x="114673" y="2774225"/>
                </a:cubicBezTo>
                <a:lnTo>
                  <a:pt x="0" y="2810528"/>
                </a:lnTo>
                <a:lnTo>
                  <a:pt x="0" y="164528"/>
                </a:lnTo>
                <a:lnTo>
                  <a:pt x="114673" y="128225"/>
                </a:lnTo>
                <a:cubicBezTo>
                  <a:pt x="397074" y="47668"/>
                  <a:pt x="679476" y="10370"/>
                  <a:pt x="961877" y="191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07CFD01-A565-9F36-7767-7F5CD0F5B426}"/>
              </a:ext>
            </a:extLst>
          </p:cNvPr>
          <p:cNvSpPr/>
          <p:nvPr/>
        </p:nvSpPr>
        <p:spPr>
          <a:xfrm>
            <a:off x="6123385" y="2900352"/>
            <a:ext cx="2642593" cy="2820819"/>
          </a:xfrm>
          <a:custGeom>
            <a:avLst/>
            <a:gdLst>
              <a:gd name="csX0" fmla="*/ 989261 w 2642593"/>
              <a:gd name="csY0" fmla="*/ 1910 h 2820819"/>
              <a:gd name="csX1" fmla="*/ 2344787 w 2642593"/>
              <a:gd name="csY1" fmla="*/ 123726 h 2820819"/>
              <a:gd name="csX2" fmla="*/ 2642593 w 2642593"/>
              <a:gd name="csY2" fmla="*/ 174819 h 2820819"/>
              <a:gd name="csX3" fmla="*/ 2642593 w 2642593"/>
              <a:gd name="csY3" fmla="*/ 2820819 h 2820819"/>
              <a:gd name="csX4" fmla="*/ 2344787 w 2642593"/>
              <a:gd name="csY4" fmla="*/ 2769726 h 2820819"/>
              <a:gd name="csX5" fmla="*/ 142057 w 2642593"/>
              <a:gd name="csY5" fmla="*/ 2774225 h 2820819"/>
              <a:gd name="csX6" fmla="*/ 0 w 2642593"/>
              <a:gd name="csY6" fmla="*/ 2819197 h 2820819"/>
              <a:gd name="csX7" fmla="*/ 0 w 2642593"/>
              <a:gd name="csY7" fmla="*/ 173197 h 2820819"/>
              <a:gd name="csX8" fmla="*/ 142057 w 2642593"/>
              <a:gd name="csY8" fmla="*/ 128225 h 2820819"/>
              <a:gd name="csX9" fmla="*/ 989261 w 2642593"/>
              <a:gd name="csY9" fmla="*/ 1910 h 2820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0819">
                <a:moveTo>
                  <a:pt x="989261" y="1910"/>
                </a:moveTo>
                <a:cubicBezTo>
                  <a:pt x="1441103" y="-11625"/>
                  <a:pt x="1892945" y="48668"/>
                  <a:pt x="2344787" y="123726"/>
                </a:cubicBezTo>
                <a:lnTo>
                  <a:pt x="2642593" y="174819"/>
                </a:lnTo>
                <a:lnTo>
                  <a:pt x="2642593" y="2820819"/>
                </a:lnTo>
                <a:lnTo>
                  <a:pt x="2344787" y="2769726"/>
                </a:lnTo>
                <a:cubicBezTo>
                  <a:pt x="1610544" y="2647756"/>
                  <a:pt x="876300" y="2564777"/>
                  <a:pt x="142057" y="2774225"/>
                </a:cubicBezTo>
                <a:lnTo>
                  <a:pt x="0" y="2819197"/>
                </a:lnTo>
                <a:lnTo>
                  <a:pt x="0" y="173197"/>
                </a:lnTo>
                <a:lnTo>
                  <a:pt x="142057" y="128225"/>
                </a:lnTo>
                <a:cubicBezTo>
                  <a:pt x="424458" y="47668"/>
                  <a:pt x="706860" y="10370"/>
                  <a:pt x="989261" y="191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D96C62CC-4A32-E612-DAC6-4B4B26930653}"/>
              </a:ext>
            </a:extLst>
          </p:cNvPr>
          <p:cNvSpPr/>
          <p:nvPr/>
        </p:nvSpPr>
        <p:spPr>
          <a:xfrm>
            <a:off x="8820746" y="3084567"/>
            <a:ext cx="2642591" cy="2825516"/>
          </a:xfrm>
          <a:custGeom>
            <a:avLst/>
            <a:gdLst>
              <a:gd name="csX0" fmla="*/ 0 w 2642591"/>
              <a:gd name="csY0" fmla="*/ 0 h 2825516"/>
              <a:gd name="csX1" fmla="*/ 325189 w 2642591"/>
              <a:gd name="csY1" fmla="*/ 55791 h 2825516"/>
              <a:gd name="csX2" fmla="*/ 2527919 w 2642591"/>
              <a:gd name="csY2" fmla="*/ 51292 h 2825516"/>
              <a:gd name="csX3" fmla="*/ 2642591 w 2642591"/>
              <a:gd name="csY3" fmla="*/ 14990 h 2825516"/>
              <a:gd name="csX4" fmla="*/ 2642591 w 2642591"/>
              <a:gd name="csY4" fmla="*/ 2660990 h 2825516"/>
              <a:gd name="csX5" fmla="*/ 2527919 w 2642591"/>
              <a:gd name="csY5" fmla="*/ 2697292 h 2825516"/>
              <a:gd name="csX6" fmla="*/ 325189 w 2642591"/>
              <a:gd name="csY6" fmla="*/ 2701791 h 2825516"/>
              <a:gd name="csX7" fmla="*/ 0 w 2642591"/>
              <a:gd name="csY7" fmla="*/ 2646000 h 2825516"/>
              <a:gd name="csX8" fmla="*/ 0 w 2642591"/>
              <a:gd name="csY8" fmla="*/ 0 h 28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1" h="2825516">
                <a:moveTo>
                  <a:pt x="0" y="0"/>
                </a:moveTo>
                <a:lnTo>
                  <a:pt x="325189" y="55791"/>
                </a:lnTo>
                <a:cubicBezTo>
                  <a:pt x="1059433" y="177761"/>
                  <a:pt x="1793676" y="260741"/>
                  <a:pt x="2527919" y="51292"/>
                </a:cubicBezTo>
                <a:lnTo>
                  <a:pt x="2642591" y="14990"/>
                </a:lnTo>
                <a:lnTo>
                  <a:pt x="2642591" y="2660990"/>
                </a:lnTo>
                <a:lnTo>
                  <a:pt x="2527919" y="2697292"/>
                </a:lnTo>
                <a:cubicBezTo>
                  <a:pt x="1793676" y="2906741"/>
                  <a:pt x="1059433" y="2823761"/>
                  <a:pt x="325189" y="2701791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D433368-B541-5A73-1E15-76D6C1F8CA72}"/>
              </a:ext>
            </a:extLst>
          </p:cNvPr>
          <p:cNvSpPr/>
          <p:nvPr/>
        </p:nvSpPr>
        <p:spPr>
          <a:xfrm>
            <a:off x="3426024" y="3089265"/>
            <a:ext cx="2642593" cy="2820818"/>
          </a:xfrm>
          <a:custGeom>
            <a:avLst/>
            <a:gdLst>
              <a:gd name="csX0" fmla="*/ 0 w 2642593"/>
              <a:gd name="csY0" fmla="*/ 0 h 2820818"/>
              <a:gd name="csX1" fmla="*/ 297806 w 2642593"/>
              <a:gd name="csY1" fmla="*/ 51093 h 2820818"/>
              <a:gd name="csX2" fmla="*/ 2500536 w 2642593"/>
              <a:gd name="csY2" fmla="*/ 46594 h 2820818"/>
              <a:gd name="csX3" fmla="*/ 2642593 w 2642593"/>
              <a:gd name="csY3" fmla="*/ 1622 h 2820818"/>
              <a:gd name="csX4" fmla="*/ 2642593 w 2642593"/>
              <a:gd name="csY4" fmla="*/ 2647622 h 2820818"/>
              <a:gd name="csX5" fmla="*/ 2500536 w 2642593"/>
              <a:gd name="csY5" fmla="*/ 2692594 h 2820818"/>
              <a:gd name="csX6" fmla="*/ 297806 w 2642593"/>
              <a:gd name="csY6" fmla="*/ 2697093 h 2820818"/>
              <a:gd name="csX7" fmla="*/ 0 w 2642593"/>
              <a:gd name="csY7" fmla="*/ 2646000 h 2820818"/>
              <a:gd name="csX8" fmla="*/ 0 w 2642593"/>
              <a:gd name="csY8" fmla="*/ 0 h 2820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3" h="2820818">
                <a:moveTo>
                  <a:pt x="0" y="0"/>
                </a:moveTo>
                <a:lnTo>
                  <a:pt x="297806" y="51093"/>
                </a:lnTo>
                <a:cubicBezTo>
                  <a:pt x="1032049" y="173063"/>
                  <a:pt x="1766293" y="256043"/>
                  <a:pt x="2500536" y="46594"/>
                </a:cubicBezTo>
                <a:lnTo>
                  <a:pt x="2642593" y="1622"/>
                </a:lnTo>
                <a:lnTo>
                  <a:pt x="2642593" y="2647622"/>
                </a:lnTo>
                <a:lnTo>
                  <a:pt x="2500536" y="2692594"/>
                </a:lnTo>
                <a:cubicBezTo>
                  <a:pt x="1766293" y="2902043"/>
                  <a:pt x="1032049" y="2819063"/>
                  <a:pt x="297806" y="2697093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2700000" scaled="1"/>
            <a:tileRect/>
          </a:gra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5F45257-C46D-734B-3FA2-5D1BBE8ABC74}"/>
              </a:ext>
            </a:extLst>
          </p:cNvPr>
          <p:cNvSpPr/>
          <p:nvPr/>
        </p:nvSpPr>
        <p:spPr>
          <a:xfrm>
            <a:off x="728662" y="3009954"/>
            <a:ext cx="2642593" cy="2825517"/>
          </a:xfrm>
          <a:custGeom>
            <a:avLst/>
            <a:gdLst>
              <a:gd name="csX0" fmla="*/ 961877 w 2642593"/>
              <a:gd name="csY0" fmla="*/ 1910 h 2825517"/>
              <a:gd name="csX1" fmla="*/ 2317403 w 2642593"/>
              <a:gd name="csY1" fmla="*/ 123726 h 2825517"/>
              <a:gd name="csX2" fmla="*/ 2642593 w 2642593"/>
              <a:gd name="csY2" fmla="*/ 179517 h 2825517"/>
              <a:gd name="csX3" fmla="*/ 2642593 w 2642593"/>
              <a:gd name="csY3" fmla="*/ 2825517 h 2825517"/>
              <a:gd name="csX4" fmla="*/ 2317403 w 2642593"/>
              <a:gd name="csY4" fmla="*/ 2769726 h 2825517"/>
              <a:gd name="csX5" fmla="*/ 114673 w 2642593"/>
              <a:gd name="csY5" fmla="*/ 2774225 h 2825517"/>
              <a:gd name="csX6" fmla="*/ 0 w 2642593"/>
              <a:gd name="csY6" fmla="*/ 2810528 h 2825517"/>
              <a:gd name="csX7" fmla="*/ 0 w 2642593"/>
              <a:gd name="csY7" fmla="*/ 164528 h 2825517"/>
              <a:gd name="csX8" fmla="*/ 114673 w 2642593"/>
              <a:gd name="csY8" fmla="*/ 128225 h 2825517"/>
              <a:gd name="csX9" fmla="*/ 961877 w 2642593"/>
              <a:gd name="csY9" fmla="*/ 1910 h 28255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5517">
                <a:moveTo>
                  <a:pt x="961877" y="1910"/>
                </a:moveTo>
                <a:cubicBezTo>
                  <a:pt x="1413719" y="-11625"/>
                  <a:pt x="1865561" y="48668"/>
                  <a:pt x="2317403" y="123726"/>
                </a:cubicBezTo>
                <a:lnTo>
                  <a:pt x="2642593" y="179517"/>
                </a:lnTo>
                <a:lnTo>
                  <a:pt x="2642593" y="2825517"/>
                </a:lnTo>
                <a:lnTo>
                  <a:pt x="2317403" y="2769726"/>
                </a:lnTo>
                <a:cubicBezTo>
                  <a:pt x="1583160" y="2647756"/>
                  <a:pt x="848917" y="2564777"/>
                  <a:pt x="114673" y="2774225"/>
                </a:cubicBezTo>
                <a:lnTo>
                  <a:pt x="0" y="2810528"/>
                </a:lnTo>
                <a:lnTo>
                  <a:pt x="0" y="164528"/>
                </a:lnTo>
                <a:lnTo>
                  <a:pt x="114673" y="128225"/>
                </a:lnTo>
                <a:cubicBezTo>
                  <a:pt x="397074" y="47668"/>
                  <a:pt x="679476" y="10370"/>
                  <a:pt x="961877" y="191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DFF4BC75-0CFE-24A7-1301-AFA38EA60358}"/>
              </a:ext>
            </a:extLst>
          </p:cNvPr>
          <p:cNvSpPr/>
          <p:nvPr/>
        </p:nvSpPr>
        <p:spPr>
          <a:xfrm>
            <a:off x="6133207" y="3009954"/>
            <a:ext cx="2642593" cy="2820819"/>
          </a:xfrm>
          <a:custGeom>
            <a:avLst/>
            <a:gdLst>
              <a:gd name="csX0" fmla="*/ 989261 w 2642593"/>
              <a:gd name="csY0" fmla="*/ 1910 h 2820819"/>
              <a:gd name="csX1" fmla="*/ 2344787 w 2642593"/>
              <a:gd name="csY1" fmla="*/ 123726 h 2820819"/>
              <a:gd name="csX2" fmla="*/ 2642593 w 2642593"/>
              <a:gd name="csY2" fmla="*/ 174819 h 2820819"/>
              <a:gd name="csX3" fmla="*/ 2642593 w 2642593"/>
              <a:gd name="csY3" fmla="*/ 2820819 h 2820819"/>
              <a:gd name="csX4" fmla="*/ 2344787 w 2642593"/>
              <a:gd name="csY4" fmla="*/ 2769726 h 2820819"/>
              <a:gd name="csX5" fmla="*/ 142057 w 2642593"/>
              <a:gd name="csY5" fmla="*/ 2774225 h 2820819"/>
              <a:gd name="csX6" fmla="*/ 0 w 2642593"/>
              <a:gd name="csY6" fmla="*/ 2819197 h 2820819"/>
              <a:gd name="csX7" fmla="*/ 0 w 2642593"/>
              <a:gd name="csY7" fmla="*/ 173197 h 2820819"/>
              <a:gd name="csX8" fmla="*/ 142057 w 2642593"/>
              <a:gd name="csY8" fmla="*/ 128225 h 2820819"/>
              <a:gd name="csX9" fmla="*/ 989261 w 2642593"/>
              <a:gd name="csY9" fmla="*/ 1910 h 28208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642593" h="2820819">
                <a:moveTo>
                  <a:pt x="989261" y="1910"/>
                </a:moveTo>
                <a:cubicBezTo>
                  <a:pt x="1441103" y="-11625"/>
                  <a:pt x="1892945" y="48668"/>
                  <a:pt x="2344787" y="123726"/>
                </a:cubicBezTo>
                <a:lnTo>
                  <a:pt x="2642593" y="174819"/>
                </a:lnTo>
                <a:lnTo>
                  <a:pt x="2642593" y="2820819"/>
                </a:lnTo>
                <a:lnTo>
                  <a:pt x="2344787" y="2769726"/>
                </a:lnTo>
                <a:cubicBezTo>
                  <a:pt x="1610544" y="2647756"/>
                  <a:pt x="876300" y="2564777"/>
                  <a:pt x="142057" y="2774225"/>
                </a:cubicBezTo>
                <a:lnTo>
                  <a:pt x="0" y="2819197"/>
                </a:lnTo>
                <a:lnTo>
                  <a:pt x="0" y="173197"/>
                </a:lnTo>
                <a:lnTo>
                  <a:pt x="142057" y="128225"/>
                </a:lnTo>
                <a:cubicBezTo>
                  <a:pt x="424458" y="47668"/>
                  <a:pt x="706860" y="10370"/>
                  <a:pt x="989261" y="191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A5B5F61-D934-8AD0-038D-405FBA166B4B}"/>
              </a:ext>
            </a:extLst>
          </p:cNvPr>
          <p:cNvSpPr/>
          <p:nvPr/>
        </p:nvSpPr>
        <p:spPr>
          <a:xfrm>
            <a:off x="8820745" y="3194169"/>
            <a:ext cx="2642591" cy="2825516"/>
          </a:xfrm>
          <a:custGeom>
            <a:avLst/>
            <a:gdLst>
              <a:gd name="csX0" fmla="*/ 0 w 2642591"/>
              <a:gd name="csY0" fmla="*/ 0 h 2825516"/>
              <a:gd name="csX1" fmla="*/ 325189 w 2642591"/>
              <a:gd name="csY1" fmla="*/ 55791 h 2825516"/>
              <a:gd name="csX2" fmla="*/ 2527919 w 2642591"/>
              <a:gd name="csY2" fmla="*/ 51292 h 2825516"/>
              <a:gd name="csX3" fmla="*/ 2642591 w 2642591"/>
              <a:gd name="csY3" fmla="*/ 14990 h 2825516"/>
              <a:gd name="csX4" fmla="*/ 2642591 w 2642591"/>
              <a:gd name="csY4" fmla="*/ 2660990 h 2825516"/>
              <a:gd name="csX5" fmla="*/ 2527919 w 2642591"/>
              <a:gd name="csY5" fmla="*/ 2697292 h 2825516"/>
              <a:gd name="csX6" fmla="*/ 325189 w 2642591"/>
              <a:gd name="csY6" fmla="*/ 2701791 h 2825516"/>
              <a:gd name="csX7" fmla="*/ 0 w 2642591"/>
              <a:gd name="csY7" fmla="*/ 2646000 h 2825516"/>
              <a:gd name="csX8" fmla="*/ 0 w 2642591"/>
              <a:gd name="csY8" fmla="*/ 0 h 28255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1" h="2825516">
                <a:moveTo>
                  <a:pt x="0" y="0"/>
                </a:moveTo>
                <a:lnTo>
                  <a:pt x="325189" y="55791"/>
                </a:lnTo>
                <a:cubicBezTo>
                  <a:pt x="1059433" y="177761"/>
                  <a:pt x="1793676" y="260741"/>
                  <a:pt x="2527919" y="51292"/>
                </a:cubicBezTo>
                <a:lnTo>
                  <a:pt x="2642591" y="14990"/>
                </a:lnTo>
                <a:lnTo>
                  <a:pt x="2642591" y="2660990"/>
                </a:lnTo>
                <a:lnTo>
                  <a:pt x="2527919" y="2697292"/>
                </a:lnTo>
                <a:cubicBezTo>
                  <a:pt x="1793676" y="2906741"/>
                  <a:pt x="1059433" y="2823761"/>
                  <a:pt x="325189" y="2701791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362A29E0-6338-827D-A6E9-3547941763A0}"/>
              </a:ext>
            </a:extLst>
          </p:cNvPr>
          <p:cNvSpPr/>
          <p:nvPr/>
        </p:nvSpPr>
        <p:spPr>
          <a:xfrm>
            <a:off x="3435846" y="3198867"/>
            <a:ext cx="2642593" cy="2820818"/>
          </a:xfrm>
          <a:custGeom>
            <a:avLst/>
            <a:gdLst>
              <a:gd name="csX0" fmla="*/ 0 w 2642593"/>
              <a:gd name="csY0" fmla="*/ 0 h 2820818"/>
              <a:gd name="csX1" fmla="*/ 297806 w 2642593"/>
              <a:gd name="csY1" fmla="*/ 51093 h 2820818"/>
              <a:gd name="csX2" fmla="*/ 2500536 w 2642593"/>
              <a:gd name="csY2" fmla="*/ 46594 h 2820818"/>
              <a:gd name="csX3" fmla="*/ 2642593 w 2642593"/>
              <a:gd name="csY3" fmla="*/ 1622 h 2820818"/>
              <a:gd name="csX4" fmla="*/ 2642593 w 2642593"/>
              <a:gd name="csY4" fmla="*/ 2647622 h 2820818"/>
              <a:gd name="csX5" fmla="*/ 2500536 w 2642593"/>
              <a:gd name="csY5" fmla="*/ 2692594 h 2820818"/>
              <a:gd name="csX6" fmla="*/ 297806 w 2642593"/>
              <a:gd name="csY6" fmla="*/ 2697093 h 2820818"/>
              <a:gd name="csX7" fmla="*/ 0 w 2642593"/>
              <a:gd name="csY7" fmla="*/ 2646000 h 2820818"/>
              <a:gd name="csX8" fmla="*/ 0 w 2642593"/>
              <a:gd name="csY8" fmla="*/ 0 h 28208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642593" h="2820818">
                <a:moveTo>
                  <a:pt x="0" y="0"/>
                </a:moveTo>
                <a:lnTo>
                  <a:pt x="297806" y="51093"/>
                </a:lnTo>
                <a:cubicBezTo>
                  <a:pt x="1032049" y="173063"/>
                  <a:pt x="1766293" y="256043"/>
                  <a:pt x="2500536" y="46594"/>
                </a:cubicBezTo>
                <a:lnTo>
                  <a:pt x="2642593" y="1622"/>
                </a:lnTo>
                <a:lnTo>
                  <a:pt x="2642593" y="2647622"/>
                </a:lnTo>
                <a:lnTo>
                  <a:pt x="2500536" y="2692594"/>
                </a:lnTo>
                <a:cubicBezTo>
                  <a:pt x="1766293" y="2902043"/>
                  <a:pt x="1032049" y="2819063"/>
                  <a:pt x="297806" y="2697093"/>
                </a:cubicBezTo>
                <a:lnTo>
                  <a:pt x="0" y="264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A627FA7-95EC-EE33-2FE2-C1997954CFAA}"/>
              </a:ext>
            </a:extLst>
          </p:cNvPr>
          <p:cNvCxnSpPr/>
          <p:nvPr/>
        </p:nvCxnSpPr>
        <p:spPr>
          <a:xfrm>
            <a:off x="-200025" y="735806"/>
            <a:ext cx="149447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70F19E5D-21D1-D7A0-D58E-0AC7B18D352F}"/>
              </a:ext>
            </a:extLst>
          </p:cNvPr>
          <p:cNvSpPr/>
          <p:nvPr/>
        </p:nvSpPr>
        <p:spPr>
          <a:xfrm>
            <a:off x="0" y="128588"/>
            <a:ext cx="142875" cy="52149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75740FE-0A1A-C5E8-35F2-C09DA4AAF477}"/>
              </a:ext>
            </a:extLst>
          </p:cNvPr>
          <p:cNvSpPr txBox="1"/>
          <p:nvPr/>
        </p:nvSpPr>
        <p:spPr>
          <a:xfrm>
            <a:off x="279500" y="108168"/>
            <a:ext cx="716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时代之问</a:t>
            </a:r>
            <a:r>
              <a:rPr lang="en-US" altLang="zh-CN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——</a:t>
            </a:r>
            <a:r>
              <a:rPr lang="zh-CN" altLang="en-US" sz="3200" i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什么是中国式现代化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7E18CBF7-ABBA-318B-C2DD-31B824DD646D}"/>
              </a:ext>
            </a:extLst>
          </p:cNvPr>
          <p:cNvSpPr/>
          <p:nvPr/>
        </p:nvSpPr>
        <p:spPr>
          <a:xfrm>
            <a:off x="792956" y="1885950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人民共同富裕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7391042-A508-9F94-7099-EF4982C1A428}"/>
              </a:ext>
            </a:extLst>
          </p:cNvPr>
          <p:cNvSpPr/>
          <p:nvPr/>
        </p:nvSpPr>
        <p:spPr>
          <a:xfrm>
            <a:off x="3458170" y="1885950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培育新质生产力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C3D4C46-90C0-7C3F-29E9-73D981B8C1B0}"/>
              </a:ext>
            </a:extLst>
          </p:cNvPr>
          <p:cNvSpPr/>
          <p:nvPr/>
        </p:nvSpPr>
        <p:spPr>
          <a:xfrm>
            <a:off x="6123384" y="1878805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助中国式现代化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286CE84E-77A8-ABCF-D598-3B7B7D6774B8}"/>
              </a:ext>
            </a:extLst>
          </p:cNvPr>
          <p:cNvSpPr/>
          <p:nvPr/>
        </p:nvSpPr>
        <p:spPr>
          <a:xfrm>
            <a:off x="8820745" y="1878805"/>
            <a:ext cx="2578299" cy="5714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F4444">
                  <a:lumMod val="100000"/>
                </a:srgbClr>
              </a:gs>
              <a:gs pos="100000">
                <a:srgbClr val="FECACA">
                  <a:lumMod val="10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书写时代答卷</a:t>
            </a:r>
          </a:p>
        </p:txBody>
      </p:sp>
    </p:spTree>
    <p:extLst>
      <p:ext uri="{BB962C8B-B14F-4D97-AF65-F5344CB8AC3E}">
        <p14:creationId xmlns:p14="http://schemas.microsoft.com/office/powerpoint/2010/main" val="781272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1" grpId="0" animBg="1"/>
      <p:bldP spid="20" grpId="0" animBg="1"/>
      <p:bldP spid="19" grpId="0" animBg="1"/>
      <p:bldP spid="33" grpId="0" animBg="1"/>
      <p:bldP spid="34" grpId="0" animBg="1"/>
      <p:bldP spid="35" grpId="0" animBg="1"/>
      <p:bldP spid="36" grpId="0" animBg="1"/>
      <p:bldP spid="49" grpId="0"/>
      <p:bldP spid="50" grpId="0" animBg="1"/>
      <p:bldP spid="51" grpId="0" animBg="1"/>
      <p:bldP spid="52" grpId="0" animBg="1"/>
      <p:bldP spid="5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257C3DD-52A0-24E3-98A4-7D72B86A37EC}"/>
              </a:ext>
            </a:extLst>
          </p:cNvPr>
          <p:cNvSpPr txBox="1"/>
          <p:nvPr/>
        </p:nvSpPr>
        <p:spPr>
          <a:xfrm>
            <a:off x="892866" y="1113183"/>
            <a:ext cx="104062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赵孟頫行书" panose="02010600010101010101" pitchFamily="2" charset="-122"/>
                <a:ea typeface="赵孟頫行书" panose="02010600010101010101" pitchFamily="2" charset="-122"/>
              </a:rPr>
              <a:t>科技创新最终要回答一个问题：</a:t>
            </a:r>
            <a:endParaRPr lang="en-US" altLang="zh-CN" sz="6000" dirty="0">
              <a:latin typeface="赵孟頫行书" panose="02010600010101010101" pitchFamily="2" charset="-122"/>
              <a:ea typeface="赵孟頫行书" panose="02010600010101010101" pitchFamily="2" charset="-122"/>
            </a:endParaRPr>
          </a:p>
          <a:p>
            <a:r>
              <a:rPr lang="zh-CN" altLang="en-US" sz="6000" dirty="0">
                <a:latin typeface="赵孟頫行书" panose="02010600010101010101" pitchFamily="2" charset="-122"/>
                <a:ea typeface="赵孟頫行书" panose="02010600010101010101" pitchFamily="2" charset="-122"/>
              </a:rPr>
              <a:t>科技发展的成果由谁共享？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EA2975-140F-7848-2B9E-0F76270E9387}"/>
              </a:ext>
            </a:extLst>
          </p:cNvPr>
          <p:cNvSpPr txBox="1"/>
          <p:nvPr/>
        </p:nvSpPr>
        <p:spPr>
          <a:xfrm>
            <a:off x="4918213" y="3776870"/>
            <a:ext cx="2355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字魂燃梦手书" panose="00000500000000000000" pitchFamily="2" charset="-122"/>
                <a:ea typeface="字魂燃梦手书" panose="00000500000000000000" pitchFamily="2" charset="-122"/>
              </a:rPr>
              <a:t>人民</a:t>
            </a:r>
          </a:p>
        </p:txBody>
      </p:sp>
    </p:spTree>
    <p:extLst>
      <p:ext uri="{BB962C8B-B14F-4D97-AF65-F5344CB8AC3E}">
        <p14:creationId xmlns:p14="http://schemas.microsoft.com/office/powerpoint/2010/main" val="37733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I-MACHINEIDS" val="[&quot;ff38d3c4027d7ba454dbe6482bbdf1d377bc06e750adb3d8b706252ff6937dee&quot;]"/>
  <p:tag name="OPFI-USERIDS" val="[&quot;16317cab-6dd0-ef11-0bb5-3a23a5fb9554&quot;]"/>
  <p:tag name="OPCH-FF38D3C4027D7BA454DBE6482BBDF1D377BC06E750ADB3D8B706252FF6937DEE" val="[{&quot;GradientColorId&quot;:&quot;&quot;,&quot;IsFree&quot;:true,&quot;IsGradient&quot;:false,&quot;ImagePath&quot;:&quot;&quot;,&quot;GradientColor&quot;:null,&quot;SimpleColor&quot;:&quot;#C00000&quot;},{&quot;GradientColorId&quot;:&quot;&quot;,&quot;IsFree&quot;:true,&quot;IsGradient&quot;:false,&quot;ImagePath&quot;:&quot;&quot;,&quot;GradientColor&quot;:null,&quot;SimpleColor&quot;:&quot;#FF0000&quot;},{&quot;GradientColorId&quot;:&quot;GradientContent-24&quot;,&quot;IsFree&quot;:false,&quot;IsGradient&quot;:true,&quot;ImagePath&quot;:&quot;https://image-prod.officeplus.cn/cms-public/fdebec90-9ef4-0b82-6b68-3a1e38c83f3d.webp&quot;,&quot;GradientColor&quot;:{&quot;GradientStyle&quot;:3,&quot;GradientVariant&quot;:1,&quot;GradientAngle&quot;:45.0,&quot;RotateWithObject&quot;:-1,&quot;Stops&quot;:[{&quot;Position&quot;:0.0,&quot;Color&quot;:&quot;#EF4444&quot;,&quot;Transparency&quot;:0.0,&quot;Brightness&quot;:0.0},{&quot;Position&quot;:1.0,&quot;Color&quot;:&quot;#FECACA&quot;,&quot;Transparency&quot;:0.0,&quot;Brightness&quot;:0.0}]},&quot;SimpleColor&quot;:&quot;#FFFFFF&quot;},{&quot;GradientColorId&quot;:&quot;GradientContent-27&quot;,&quot;IsFree&quot;:false,&quot;IsGradient&quot;:true,&quot;ImagePath&quot;:&quot;https://image-prod.officeplus.cn/cms-public/9c3aa7e5-8110-225b-3767-3a1e38c84a6a.webp&quot;,&quot;GradientColor&quot;:{&quot;GradientStyle&quot;:1,&quot;GradientVariant&quot;:1,&quot;GradientAngle&quot;:90.0,&quot;RotateWithObject&quot;:-1,&quot;Stops&quot;:[{&quot;Position&quot;:0.0,&quot;Color&quot;:&quot;#EF4444&quot;,&quot;Transparency&quot;:0.0,&quot;Brightness&quot;:0.0},{&quot;Position&quot;:1.0,&quot;Color&quot;:&quot;#FECACA&quot;,&quot;Transparency&quot;:0.0,&quot;Brightness&quot;:0.0}]},&quot;SimpleColor&quot;:&quot;#FFFFFF&quot;},{&quot;GradientColorId&quot;:&quot;GradientContent-65&quot;,&quot;IsFree&quot;:false,&quot;IsGradient&quot;:true,&quot;ImagePath&quot;:&quot;https://image-prod.officeplus.cn/cms-public/b0fc6fae-99c8-9bc1-db02-3a1e39dd869e.webp&quot;,&quot;GradientColor&quot;:{&quot;GradientStyle&quot;:2,&quot;GradientVariant&quot;:2,&quot;GradientAngle&quot;:180.0,&quot;RotateWithObject&quot;:-1,&quot;Stops&quot;:[{&quot;Position&quot;:0.0,&quot;Color&quot;:&quot;#5151B3&quot;,&quot;Transparency&quot;:0.0,&quot;Brightness&quot;:0.0},{&quot;Position&quot;:1.0,&quot;Color&quot;:&quot;#5179B3&quot;,&quot;Transparency&quot;:0.0,&quot;Brightness&quot;:0.0}]},&quot;SimpleColor&quot;:&quot;#FFFFFF&quot;},{&quot;GradientColorId&quot;:&quot;GradientContent-36&quot;,&quot;IsFree&quot;:false,&quot;IsGradient&quot;:true,&quot;ImagePath&quot;:&quot;https://image-prod.officeplus.cn/cms-public/173d2b05-b1c5-b8ff-1ed0-3a1e38c86a30.webp&quot;,&quot;GradientColor&quot;:{&quot;GradientStyle&quot;:2,&quot;GradientVariant&quot;:2,&quot;GradientAngle&quot;:180.0,&quot;RotateWithObject&quot;:-1,&quot;Stops&quot;:[{&quot;Position&quot;:1.0,&quot;Color&quot;:&quot;#DBEAFE&quot;,&quot;Transparency&quot;:0.0,&quot;Brightness&quot;:0.0},{&quot;Position&quot;:0.0,&quot;Color&quot;:&quot;#3B82F6&quot;,&quot;Transparency&quot;:0.0,&quot;Brightness&quot;:0.0}]},&quot;SimpleColor&quot;:&quot;#FFFFFF&quot;},{&quot;GradientColorId&quot;:&quot;GradientContent-31&quot;,&quot;IsFree&quot;:false,&quot;IsGradient&quot;:true,&quot;ImagePath&quot;:&quot;https://image-prod.officeplus.cn/cms-public/9b1775a2-1cc8-7cbf-25fa-3a1e38c85a4e.webp&quot;,&quot;GradientColor&quot;:{&quot;GradientStyle&quot;:3,&quot;GradientVariant&quot;:1,&quot;GradientAngle&quot;:45.0,&quot;RotateWithObject&quot;:-1,&quot;Stops&quot;:[{&quot;Position&quot;:1.0,&quot;Color&quot;:&quot;#DBEAFE&quot;,&quot;Transparency&quot;:0.0,&quot;Brightness&quot;:0.0},{&quot;Position&quot;:0.0,&quot;Color&quot;:&quot;#3B82F6&quot;,&quot;Transparency&quot;:0.0,&quot;Brightness&quot;:0.0}]},&quot;SimpleColor&quot;:&quot;#FFFFFF&quot;},{&quot;GradientColorId&quot;:&quot;GradientContent-89&quot;,&quot;IsFree&quot;:true,&quot;IsGradient&quot;:true,&quot;ImagePath&quot;:&quot;https://image-prod.officeplus.cn/cms-public/4a85d765-9c89-2dc6-6522-3a1e437f3a01.webp&quot;,&quot;GradientColor&quot;:{&quot;GradientStyle&quot;:2,&quot;GradientVariant&quot;:2,&quot;GradientAngle&quot;:180.0,&quot;RotateWithObject&quot;:-1,&quot;Stops&quot;:[{&quot;Position&quot;:0.0,&quot;Color&quot;:&quot;#B04040&quot;,&quot;Transparency&quot;:0.0,&quot;Brightness&quot;:0.0},{&quot;Position&quot;:1.0,&quot;Color&quot;:&quot;#B06840&quot;,&quot;Transparency&quot;:0.0,&quot;Brightness&quot;:0.0}]},&quot;SimpleColor&quot;:&quot;#FFFFFF&quot;},{&quot;GradientColorId&quot;:&quot;&quot;,&quot;IsFree&quot;:true,&quot;IsGradient&quot;:false,&quot;ImagePath&quot;:&quot;&quot;,&quot;GradientColor&quot;:null,&quot;SimpleColor&quot;:&quot;#FFFFFF&quot;},{&quot;GradientColorId&quot;:&quot;GradientContent-34&quot;,&quot;IsFree&quot;:false,&quot;IsGradient&quot;:true,&quot;ImagePath&quot;:&quot;https://image-prod.officeplus.cn/cms-public/656e3b4e-d275-2bcc-78e9-3a1e38c85fbe.webp&quot;,&quot;GradientColor&quot;:{&quot;GradientStyle&quot;:2,&quot;GradientVariant&quot;:1,&quot;GradientAngle&quot;:0.0,&quot;RotateWithObject&quot;:-1,&quot;Stops&quot;:[{&quot;Position&quot;:1.0,&quot;Color&quot;:&quot;#EFF6FF&quot;,&quot;Transparency&quot;:0.0,&quot;Brightness&quot;:0.0},{&quot;Position&quot;:0.0,&quot;Color&quot;:&quot;#3B82F6&quot;,&quot;Transparency&quot;:0.0,&quot;Brightness&quot;:0.0}]},&quot;SimpleColor&quot;:&quot;#FFFFFF&quot;}]"/>
  <p:tag name="OPFI" val="{&quot;ThemeFontContent-1028&quot;:{&quot;cnName&quot;:&quot;字魂龙腾楷书&quot;,&quot;enName&quot;:&quot;zihunlongtengkaishu&quot;,&quot;id&quot;:&quot;ThemeFontContent-1028&quot;,&quot;paymentType&quot;:1,&quot;isSystemFont&quot;:false,&quot;name&quot;:&quot;字魂龙腾楷书&quot;},&quot;ThemeFontContent-159&quot;:{&quot;cnName&quot;:&quot;方正小标宋简体&quot;,&quot;enName&quot;:&quot;FZXiaoBiaoSong-B05S&quot;,&quot;id&quot;:&quot;ThemeFontContent-159&quot;,&quot;paymentType&quot;:1,&quot;isSystemFont&quot;:false,&quot;name&quot;:&quot;方正小标宋简体&quot;},&quot;ThemeFontContent-108&quot;:{&quot;cnName&quot;:&quot;赵孟頫行书&quot;,&quot;enName&quot;:&quot;FZSJ-ZHAOMFXS&quot;,&quot;id&quot;:&quot;ThemeFontContent-108&quot;,&quot;paymentType&quot;:1,&quot;isSystemFont&quot;:false,&quot;name&quot;:&quot;赵孟頫行书&quot;},&quot;ThemeFontContent-1329&quot;:{&quot;cnName&quot;:&quot;字魂燃梦手书&quot;,&quot;enName&quot;:&quot;zihunranmengshoushu&quot;,&quot;id&quot;:&quot;ThemeFontContent-1329&quot;,&quot;paymentType&quot;:1,&quot;isSystemFont&quot;:false,&quot;name&quot;:&quot;字魂燃梦手书&quot;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165</Words>
  <Application>Microsoft Office PowerPoint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方正小标宋简体</vt:lpstr>
      <vt:lpstr>赵孟頫行书</vt:lpstr>
      <vt:lpstr>字魂龙腾楷书</vt:lpstr>
      <vt:lpstr>字魂燃梦手书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新策 高</dc:creator>
  <cp:lastModifiedBy>新策 高</cp:lastModifiedBy>
  <cp:revision>3</cp:revision>
  <dcterms:created xsi:type="dcterms:W3CDTF">2026-10-07T06:35:59Z</dcterms:created>
  <dcterms:modified xsi:type="dcterms:W3CDTF">2026-10-07T08:02:05Z</dcterms:modified>
</cp:coreProperties>
</file>